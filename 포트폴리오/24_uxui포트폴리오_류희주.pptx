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0E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40AF-A07D-4369-8874-30FAFE6839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670108-53AC-40C6-A459-A0B7B84CB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0BBA89-C1BC-4066-A64D-ABE9116AD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A0B7-501F-4DD2-A7F4-BF9823EDABDF}" type="datetimeFigureOut">
              <a:rPr lang="ko-KR" altLang="en-US" smtClean="0"/>
              <a:t>2024-08-19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2EFC5F-18C9-47FB-B888-CE6FBAB73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C79677-FF25-411C-98FA-00D950AAB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CEBF-C4A7-4D29-9D93-030A2EACC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608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8110A1-6E9E-4482-A7C0-B81A6DF7A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A88FB1-D182-4FDB-AA26-17D983D71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068CB5-305C-4BB9-BE0E-07CF19EC2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A0B7-501F-4DD2-A7F4-BF9823EDABDF}" type="datetimeFigureOut">
              <a:rPr lang="ko-KR" altLang="en-US" smtClean="0"/>
              <a:t>2024-08-19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421A99-29A3-410B-AE55-D8E55EDF6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0DCE08-1AFD-4E0D-910A-9CC251CD6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CEBF-C4A7-4D29-9D93-030A2EACC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849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0D6030-B70D-40B5-8FE1-28AFCA4A7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13E944-3C00-4E33-B482-F33434FA0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E1D3DC-D80B-410D-98CE-68B78FA10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A0B7-501F-4DD2-A7F4-BF9823EDABDF}" type="datetimeFigureOut">
              <a:rPr lang="ko-KR" altLang="en-US" smtClean="0"/>
              <a:t>2024-08-19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BEF049-5D44-4005-B1EF-F4542665A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46AF2D-E757-4066-A3EA-61752F317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CEBF-C4A7-4D29-9D93-030A2EACC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691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04AEE-D1D1-4DD0-9D75-CC0855CB3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142829-6A59-4BC5-B54E-53497F3BD6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DEDC4F-75F6-41E8-9CFF-3C390DB97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C0B4DC-9ACD-4860-80CC-9B0F42E1C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A0B7-501F-4DD2-A7F4-BF9823EDABDF}" type="datetimeFigureOut">
              <a:rPr lang="ko-KR" altLang="en-US" smtClean="0"/>
              <a:t>2024-08-19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BACA08-1E25-4323-B662-9AA763343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40281A-0CB1-4F79-8257-3A7E1422B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CEBF-C4A7-4D29-9D93-030A2EACC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06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A789D4-31E1-44F1-A6FD-B1602E632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0A8E26-D088-4C9B-8155-6DF616253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C5BC40-FDEA-4F4D-B3CC-E6E4EC0D8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AE3C01D-5E90-4CE7-8150-085C1F14EE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AD5A6C8-E73F-43CA-9E9B-58F71C37B6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3631455-CEB1-4C60-8335-7E1F28322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A0B7-501F-4DD2-A7F4-BF9823EDABDF}" type="datetimeFigureOut">
              <a:rPr lang="ko-KR" altLang="en-US" smtClean="0"/>
              <a:t>2024-08-19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E561F6-9E3A-4262-9D1F-F51615C5D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5DDE83-40B9-46A6-B7B8-DBC1A18B2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CEBF-C4A7-4D29-9D93-030A2EACC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29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64D484-A627-4258-91B9-2ACDF28FB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1F264F-0DBA-4EFA-8677-63443B3BE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A0B7-501F-4DD2-A7F4-BF9823EDABDF}" type="datetimeFigureOut">
              <a:rPr lang="ko-KR" altLang="en-US" smtClean="0"/>
              <a:t>2024-08-19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800AEE6-D42F-4A36-B779-24622737E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1B73C3-A8A1-4D6E-8A23-949742897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CEBF-C4A7-4D29-9D93-030A2EACC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822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48F48C-25B8-48E9-B4F6-A1C635CA8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A0B7-501F-4DD2-A7F4-BF9823EDABDF}" type="datetimeFigureOut">
              <a:rPr lang="ko-KR" altLang="en-US" smtClean="0"/>
              <a:t>2024-08-19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CCE7EF7-5B02-44CF-8110-E09E1AD5E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79E03C-E1DB-44D3-8465-3E1A1D4AE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CEBF-C4A7-4D29-9D93-030A2EACC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70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D6C11F-17C2-49C6-896D-D304294CE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046B36-8701-407C-98F4-802BF5EC6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44F95B-3391-4C84-82AA-FFD735E2B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7297D4-20DE-4C8C-A1F0-C44BC705C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A0B7-501F-4DD2-A7F4-BF9823EDABDF}" type="datetimeFigureOut">
              <a:rPr lang="ko-KR" altLang="en-US" smtClean="0"/>
              <a:t>2024-08-19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71AAB2-01C1-408F-A318-92518943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F1D847-E065-4683-BEDD-C4D6EB5F1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CEBF-C4A7-4D29-9D93-030A2EACC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639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912906-55E8-42C4-97A5-C0457BB6F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1A7D62C-05C0-476F-8E43-662C3C10FD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C35302-FCBF-47CC-B098-994DE025D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2A30E4-8118-4D7D-8A73-66A9282B1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A0B7-501F-4DD2-A7F4-BF9823EDABDF}" type="datetimeFigureOut">
              <a:rPr lang="ko-KR" altLang="en-US" smtClean="0"/>
              <a:t>2024-08-19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BEEBC3-03E9-45FE-9CD6-E358C1474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5A41D0-217C-4B6F-B064-E035FE024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CEBF-C4A7-4D29-9D93-030A2EACC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960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A6188-ED4B-4B93-8D3D-873D5A179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E6B5E2-67BD-4E0B-8DED-1862BCBC7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E4A20B-09B9-46DF-B382-02531052B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A0B7-501F-4DD2-A7F4-BF9823EDABDF}" type="datetimeFigureOut">
              <a:rPr lang="ko-KR" altLang="en-US" smtClean="0"/>
              <a:t>2024-08-19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A2DC32-9FF1-4F40-8A55-F6C4EEB07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CFCD2B-205D-4F3D-9A81-34CDC72E8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CEBF-C4A7-4D29-9D93-030A2EACC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818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2DFB33C-9282-425E-ADD4-918DA87BCD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3CF219-D5FE-475E-96FB-F02F4EEBA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3D9616-B3B7-4F09-BB7E-59DCC7C37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A0B7-501F-4DD2-A7F4-BF9823EDABDF}" type="datetimeFigureOut">
              <a:rPr lang="ko-KR" altLang="en-US" smtClean="0"/>
              <a:t>2024-08-19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A9A4B4-8192-4BA8-843F-B1596AE86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242CD0-4EDA-4ACC-88CF-BFBB8E5E2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BCEBF-C4A7-4D29-9D93-030A2EACC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132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F0F1F1-73B7-462A-864E-A3AE4EDA7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46FC46-F0F0-4C54-BED4-458511F81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EA1F23-C88B-4A46-A606-E1E7EB5B44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8A0B7-501F-4DD2-A7F4-BF9823EDABDF}" type="datetimeFigureOut">
              <a:rPr lang="ko-KR" altLang="en-US" smtClean="0"/>
              <a:t>2024-08-19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00EFE9-DC99-4681-92C7-757D16BE97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B5AAB4-F4C5-4F78-814F-7D0F7254F6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BCEBF-C4A7-4D29-9D93-030A2EACC5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516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0B0BD1-7BAE-413F-A801-CDAEC7BCA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076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2E32044-602D-438C-BDFB-0A9F056ED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709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4FD0162-C49E-4C08-9A90-F4811B72A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584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5AE03E0-49DE-48A6-A0FD-1DBF29399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243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CB04A69-3D33-43FC-A4A6-ABCCD33679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180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EBA08A3-958E-4103-9492-3A08C5680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52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3F72D88-0F19-42E9-A325-8058C3536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995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94783CF-D5FB-4DDB-BC51-3736A8981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475" y="0"/>
            <a:ext cx="8517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497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3C63B66-CF24-4B4F-B729-10C2A7156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014" y="0"/>
            <a:ext cx="6357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031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5A88BFC-CB10-42F7-8000-3A487A8A63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285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9697DCD-70F0-4963-9FB9-D0DE51049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342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BBC458A-7831-4220-B088-14A8E3A3D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529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7FD7728-E639-4814-A541-E7FB82C8B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04"/>
            <a:ext cx="12192000" cy="683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794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와이드스크린</PresentationFormat>
  <Paragraphs>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</cp:revision>
  <dcterms:created xsi:type="dcterms:W3CDTF">2024-08-18T23:54:56Z</dcterms:created>
  <dcterms:modified xsi:type="dcterms:W3CDTF">2024-08-18T23:57:25Z</dcterms:modified>
</cp:coreProperties>
</file>